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626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01368" cy="320040"/>
          </a:xfrm>
          <a:prstGeom prst="roundRect">
            <a:avLst>
              <a:gd name="adj" fmla="val 17143"/>
            </a:avLst>
          </a:prstGeom>
          <a:solidFill>
            <a:srgbClr val="1A237E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395728" y="365760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A237E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95728" y="3657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75888" y="365760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A237E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75888" y="3657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 • 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FinCoreDW</a:t>
            </a:r>
            <a:endParaRPr lang="en-US" sz="40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4: Conditional and Logical</a:t>
            </a:r>
            <a:endParaRPr lang="en-US" sz="40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Used in MySQL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Chaitali   |    Date: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FinCoreBank Pvt. Ltd.  —  Banking Data Warehouse Initiative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0" y="4526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SCRUM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Conditional &amp; Logical Operators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1732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MySQL evaluates conditions and combines rules — the logic that powers WHERE clauses, JOIN filters, and derived columns across FinCoreDW's fact and dimension queries.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2834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8094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347472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0352" y="390448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=, &lt;&gt;, &gt;, &lt;, BETWEEN, IN, LIKE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30552" y="26060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60904" y="2834640"/>
            <a:ext cx="512064" cy="512064"/>
          </a:xfrm>
          <a:prstGeom prst="ellipse">
            <a:avLst/>
          </a:prstGeom>
          <a:solidFill>
            <a:srgbClr val="1E88E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632" y="298094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03704" y="347472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203704" y="390448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803904" y="26060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34256" y="2834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298094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77056" y="347472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3877056" y="390448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conditions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477256" y="26060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007608" y="2834640"/>
            <a:ext cx="512064" cy="512064"/>
          </a:xfrm>
          <a:prstGeom prst="ellipse">
            <a:avLst/>
          </a:prstGeom>
          <a:solidFill>
            <a:srgbClr val="1E88E5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36" y="2980944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0408" y="347472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IFNULL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550408" y="390448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conditional values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150608" y="26060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680960" y="2834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2980944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23760" y="347472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Filtering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7223760" y="390448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FinCoreDW query examples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COMPARISON OPERATORS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how one value relates to another — the building blocks of every WHERE clause.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7510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30759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167335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947672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'ACTIVE'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32888" y="1234440"/>
            <a:ext cx="197510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42616" y="130759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42616" y="167335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42616" y="1947672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&lt;&gt; 'CLOSED'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08576" y="1234440"/>
            <a:ext cx="197510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130759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&lt;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18304" y="167335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/ Less than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18304" y="1947672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&gt; 50000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84264" y="1234440"/>
            <a:ext cx="197510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93992" y="130759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 &lt;=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93992" y="167335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Greater/less or equal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93992" y="1947672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open_date &lt;= '2026-01-01'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414016"/>
            <a:ext cx="197510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" y="248716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" y="2852928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range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127248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BETWEEN 100 AND 5000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32888" y="2414016"/>
            <a:ext cx="197510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42616" y="248716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642616" y="2852928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 list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42616" y="3127248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branch_id IN (101,102,103)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08576" y="2414016"/>
            <a:ext cx="197510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18304" y="248716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18304" y="2852928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18304" y="3127248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LIKE 'A%'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84264" y="2414016"/>
            <a:ext cx="197510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93992" y="248716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NULL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93992" y="2852928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check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93992" y="3127248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closed_date IS NULL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LOGICAL OPERATORS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or invert conditions to build precise multi-part filters.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conditions must be true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88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41120" y="2057400"/>
            <a:ext cx="88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25040" y="2057400"/>
            <a:ext cx="88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41120" y="2377440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25040" y="2377440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761488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41120" y="2761488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25040" y="2761488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145536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41120" y="3145536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25040" y="3145536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118872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188720"/>
            <a:ext cx="2651760" cy="6858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46120" y="1645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must be true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46120" y="2057400"/>
            <a:ext cx="88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30040" y="2057400"/>
            <a:ext cx="88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13960" y="2057400"/>
            <a:ext cx="88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46120" y="2377440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30040" y="2377440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3960" y="2377440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46120" y="2761488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30040" y="2761488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13960" y="2761488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46120" y="3145536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30040" y="3145536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13960" y="3145536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118872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1188720"/>
            <a:ext cx="2651760" cy="6858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8" name="Text 36"/>
          <p:cNvSpPr/>
          <p:nvPr/>
        </p:nvSpPr>
        <p:spPr>
          <a:xfrm>
            <a:off x="603504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035040" y="1645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the condition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35040" y="2057400"/>
            <a:ext cx="88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18960" y="2057400"/>
            <a:ext cx="88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802880" y="2057400"/>
            <a:ext cx="88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35040" y="2377440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18960" y="2377440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02880" y="2377440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035040" y="2761488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18960" y="2761488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802880" y="2761488"/>
            <a:ext cx="88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FINCOREDW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WHEN &amp; Combined Conditions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0D154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53312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account_id,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balance,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balance &gt;= 100000 THEN 'HIGH_VALUE'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balance BETWEEN 10000 AND 99999 THEN 'STANDARD'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'LOW_BALANCE'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balance_tier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Dim_Account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= 'ACTIVE'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account_type IN ('SAVINGS','CURRENT')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NOT branch_id IS NULL;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38862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886200"/>
            <a:ext cx="731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593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balance into readable tiers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38862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3886200"/>
            <a:ext cx="73152" cy="10058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39593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4251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status + type into one filter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38862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3886200"/>
            <a:ext cx="73152" cy="10058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9593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... IS NULL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4251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incomplete branch links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SPRINT 4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69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 (=, BETWEEN, IN, LIKE)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9344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 (AND, OR, NOT)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48256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47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multi-branch logic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8658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Dim_Account query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0" cy="2103120"/>
          </a:xfrm>
          <a:prstGeom prst="line">
            <a:avLst/>
          </a:prstGeom>
          <a:noFill/>
          <a:ln w="1270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FOCUS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292608" cy="29260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463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4904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&amp; Subqueries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0" y="1920240"/>
            <a:ext cx="292608" cy="29260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19476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&amp; GROUP BY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0" y="2377440"/>
            <a:ext cx="292608" cy="29260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377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2404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Load Logic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Sprint Velocity  •  Ready for Sprint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Welcome  •  FinCoreBank Pvt. Ltd.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</Words>
  <Application>Microsoft Office PowerPoint</Application>
  <PresentationFormat>On-screen Show (16:9)</PresentationFormat>
  <Paragraphs>129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FinCoreDW Sprint 4: Conditional &amp; Logical Operators in MySQL</dc:title>
  <dc:subject>PptxGenJS Presentation</dc:subject>
  <dc:creator>Chaitali</dc:creator>
  <cp:lastModifiedBy>Chaitali Badhe</cp:lastModifiedBy>
  <cp:revision>2</cp:revision>
  <dcterms:created xsi:type="dcterms:W3CDTF">2026-07-05T11:28:35Z</dcterms:created>
  <dcterms:modified xsi:type="dcterms:W3CDTF">2026-07-05T11:32:30Z</dcterms:modified>
</cp:coreProperties>
</file>