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334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56032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6344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766560" y="164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217920" y="73152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0" y="1005840"/>
            <a:ext cx="2194560" cy="219456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00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FinCore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API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2: ER Diagrams, Data Types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OLTP vs OLAP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32004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: Chaitali Badhe.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5478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FinCoreBank Pvt. Ltd.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 /  SCRUM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Sprint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Sprint 1 database foundation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(ER) Diagram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Types deep dive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vs OLAP architecture comparison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Ready for API schema implementation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868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Sprint Cycle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325880"/>
            <a:ext cx="713232" cy="530352"/>
          </a:xfrm>
          <a:prstGeom prst="roundRect">
            <a:avLst>
              <a:gd name="adj" fmla="val 13793"/>
            </a:avLst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53312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41848" y="1325880"/>
            <a:ext cx="713232" cy="530352"/>
          </a:xfrm>
          <a:prstGeom prst="roundRect">
            <a:avLst>
              <a:gd name="adj" fmla="val 13793"/>
            </a:avLst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41848" y="1353312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37376" y="1325880"/>
            <a:ext cx="713232" cy="530352"/>
          </a:xfrm>
          <a:prstGeom prst="roundRect">
            <a:avLst>
              <a:gd name="adj" fmla="val 1379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1353312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32904" y="1325880"/>
            <a:ext cx="713232" cy="530352"/>
          </a:xfrm>
          <a:prstGeom prst="roundRect">
            <a:avLst>
              <a:gd name="adj" fmla="val 13793"/>
            </a:avLst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32904" y="1353312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28432" y="1325880"/>
            <a:ext cx="713232" cy="530352"/>
          </a:xfrm>
          <a:prstGeom prst="roundRect">
            <a:avLst>
              <a:gd name="adj" fmla="val 13793"/>
            </a:avLst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28432" y="1353312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2011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Sprint 2 Currently In Progress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5146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25877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ER Diagrams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93522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25146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0" y="25877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Data Types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293522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VARCHAR, DATE...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6118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0" y="368503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OLTP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0" y="40325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DB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36118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58000" y="368503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OLAP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0" y="40325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DB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OBJECTIVES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508760" cy="41605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896112"/>
            <a:ext cx="960120" cy="59436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96112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8912" y="158191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&amp; Attributes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2788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3246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48256" y="777240"/>
            <a:ext cx="1508760" cy="41605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22576" y="896112"/>
            <a:ext cx="960120" cy="59436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22576" y="896112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21408" y="158191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21408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Types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21408" y="2788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Types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21408" y="3246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Date/Time Types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30752" y="777240"/>
            <a:ext cx="1508760" cy="41605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05072" y="896112"/>
            <a:ext cx="960120" cy="59436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05072" y="896112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803904" y="158191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03904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03904" y="2788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Ops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03904" y="3246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Model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13248" y="777240"/>
            <a:ext cx="1508760" cy="41605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87568" y="896112"/>
            <a:ext cx="960120" cy="59436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87568" y="896112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86400" y="158191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0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0" y="2788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0" y="3246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95744" y="777240"/>
            <a:ext cx="1508760" cy="41605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70064" y="896112"/>
            <a:ext cx="960120" cy="59436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70064" y="896112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168896" y="158191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vs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68896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68896" y="2788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68896" y="3246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FinCore Selection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ER DIAGRAMS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Entity-Relationship (ER) Diagram is a visual representation of the data model — showing entities, their attributes, and the relationships between them.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965960" cy="35661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371600"/>
            <a:ext cx="1371600" cy="5486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371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object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Customer, Account)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2816352"/>
            <a:ext cx="150876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1635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Customer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Use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DB table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14600" y="1234440"/>
            <a:ext cx="1965960" cy="35661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16352" y="1371600"/>
            <a:ext cx="137160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1371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2029968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of entity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name, balance)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0" y="2816352"/>
            <a:ext cx="150876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281635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cust_name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6040" y="33375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Use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06040" y="3566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a column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234440"/>
            <a:ext cx="1965960" cy="35661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 rot="2700000">
            <a:off x="5193792" y="1389888"/>
            <a:ext cx="9144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1371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029968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between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92040" y="2816352"/>
            <a:ext cx="150876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81635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OWNS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33375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Use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3566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by FK/PK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12280" y="1234440"/>
            <a:ext cx="1965960" cy="35661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14032" y="1371600"/>
            <a:ext cx="137160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14032" y="1371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03720" y="2029968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another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to exist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040880" y="2816352"/>
            <a:ext cx="150876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281635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Loan EMI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03720" y="33375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Use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03720" y="3566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table entity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TYPES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206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4206240" cy="365760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4206240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85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Numeric Types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554480" y="10972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651760" y="10972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Example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380744"/>
            <a:ext cx="41148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990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/ INTEGER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54480" y="13990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651760" y="13990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customer_id, account_id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17099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54480" y="17099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integers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51760" y="17099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2002536"/>
            <a:ext cx="41148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02082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DECIMAL(p,s)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54480" y="20208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precision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651760" y="20208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loan_amount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5760" y="2331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/ REAL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5448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decimal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51760" y="2331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interest_rate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685800"/>
            <a:ext cx="4206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685800"/>
            <a:ext cx="4206240" cy="36576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868680"/>
            <a:ext cx="420624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685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String / Character Types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10972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43600" y="10972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040880" y="10972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Example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09160" y="1380744"/>
            <a:ext cx="41148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3990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CHAR(n)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0" y="13990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length string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040880" y="13990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country_code CHAR(2)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0" y="17099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VARCHAR(n)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0" y="17099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length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040880" y="17099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full_name VARCHAR(100)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2002536"/>
            <a:ext cx="41148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02082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43600" y="20208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text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040880" y="20208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remarks, description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54880" y="2331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NVARCHAR(n)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4360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support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040880" y="2331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names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" y="2880360"/>
            <a:ext cx="4206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2880360"/>
            <a:ext cx="4206240" cy="365760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3063240"/>
            <a:ext cx="4206240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2880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Date / Time Types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65760" y="32918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554480" y="32918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51760" y="32918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Example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20040" y="3575304"/>
            <a:ext cx="41148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35935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554480" y="3593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only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651760" y="3593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open_date, dob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65760" y="39044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554480" y="39044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only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651760" y="39044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txn_time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20040" y="4197096"/>
            <a:ext cx="41148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2153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554480" y="42153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+ Time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2651760" y="42153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created_at, updated_at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65760" y="4526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554480" y="4526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current time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651760" y="4526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last_login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663440" y="2880360"/>
            <a:ext cx="4206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663440" y="2880360"/>
            <a:ext cx="4206240" cy="36576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63440" y="3063240"/>
            <a:ext cx="420624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54880" y="2880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🔘 Other Types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754880" y="32918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943600" y="32918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7040880" y="32918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Example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709160" y="3575304"/>
            <a:ext cx="41148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54880" y="35935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943600" y="3593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7040880" y="3593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is_active, is_verified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4754880" y="39044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943600" y="39044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large obj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040880" y="39044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photos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709160" y="4197096"/>
            <a:ext cx="41148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754880" y="42153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5943600" y="42153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set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7040880" y="42153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ENUM('ACTIVE','CLOSED')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4754880" y="4526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5943600" y="4526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document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7040880" y="4526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metadata, config fields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IN FINCORE SCHEMA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SQL data types for core FinCoreBank tables — mapping fields to their appropriate type and constraints.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3931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43200" cy="365760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34440"/>
            <a:ext cx="2743200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45389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24712" y="145389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856232" y="145389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0896" y="1737360"/>
            <a:ext cx="2670048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75564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" y="175564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856232" y="17556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KEY, AUTO_INCREMENT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" y="2249424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full_name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" y="224942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856232" y="224942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0896" y="2724912"/>
            <a:ext cx="2670048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74320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" y="2743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VARCHAR(150)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856232" y="2743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NOT NULL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7472" y="3236976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" y="323697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CHAR(10)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856232" y="32369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0896" y="3712464"/>
            <a:ext cx="2670048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73075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" y="373075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856232" y="37307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7472" y="422452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is_active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" y="422452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856232" y="42245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TRUE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54680" y="1051560"/>
            <a:ext cx="2743200" cy="3931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54680" y="1051560"/>
            <a:ext cx="2743200" cy="36576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54680" y="1234440"/>
            <a:ext cx="27432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4612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Table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27832" y="145389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005072" y="145389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36592" y="145389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191256" y="1737360"/>
            <a:ext cx="2670048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27832" y="175564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account_id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005072" y="175564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36592" y="17556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KEY, AUTO_INCREMENT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27832" y="2249424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005072" y="224942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36592" y="224942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→ Customer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191256" y="2724912"/>
            <a:ext cx="2670048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27832" y="274320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account_no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005072" y="2743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736592" y="2743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NOT NULL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227832" y="3236976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account_type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005072" y="323697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ENUM(…)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736592" y="32369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'SAVINGS','CURRENT','FD'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191256" y="3712464"/>
            <a:ext cx="2670048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27832" y="373075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005072" y="373075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DECIMAL(15,2)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736592" y="37307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0.00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227832" y="422452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open_date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005072" y="422452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736592" y="42245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035040" y="1051560"/>
            <a:ext cx="2743200" cy="3931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035040" y="1051560"/>
            <a:ext cx="2743200" cy="365760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035040" y="1234440"/>
            <a:ext cx="2743200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2648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Table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108192" y="145389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885432" y="145389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616952" y="145389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071616" y="1737360"/>
            <a:ext cx="2670048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08192" y="175564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txn_id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885432" y="175564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616952" y="17556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KEY, AUTO_INCREMENT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108192" y="2249424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account_id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885432" y="224942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7616952" y="224942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→ Account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071616" y="2724912"/>
            <a:ext cx="2670048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08192" y="274320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txn_type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885432" y="2743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ENUM(…)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616952" y="2743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'CREDIT','DEBIT','TRANSFER'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108192" y="3236976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885432" y="323697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DECIMAL(15,2)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7616952" y="32369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071616" y="3712464"/>
            <a:ext cx="2670048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08192" y="373075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txn_date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885432" y="373075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7616952" y="37307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CURRENT_TIMESTAMP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108192" y="422452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885432" y="422452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616952" y="42245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NULLABLE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— ONLINE TRANSACTION PROCESSING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(Online Transaction Processing): Database system optimized for managing real-time, day-to-day transactional operations with high speed, data integrity, and concurrent user access.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298448"/>
            <a:ext cx="896112" cy="56692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298448"/>
            <a:ext cx="896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938528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450592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completed in milliseconds. Supports concurrent users.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118872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53512" y="1298448"/>
            <a:ext cx="896112" cy="56692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53512" y="1298448"/>
            <a:ext cx="896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14600" y="1938528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2450592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Atomicity, Consistency, Isolation, Durability guaranteed.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118872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02352" y="1298448"/>
            <a:ext cx="896112" cy="56692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1298448"/>
            <a:ext cx="896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3440" y="1938528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450592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UPDATE, DELETE on individual records.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20840" y="118872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51192" y="1298448"/>
            <a:ext cx="896112" cy="56692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51192" y="1298448"/>
            <a:ext cx="896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12280" y="1938528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12280" y="2450592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thousands of users simultaneously with locking.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200400"/>
            <a:ext cx="8595360" cy="1691640"/>
          </a:xfrm>
          <a:prstGeom prst="roundRect">
            <a:avLst>
              <a:gd name="adj" fmla="val 5405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91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Banking Use Cases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721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🏧 ATM Withdrawals — Real-time balance deduction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91840" y="3721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Card Payments — Instant transaction recording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26480" y="3721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Fund Transfers — Debit-credit pair processing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2245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Account Opening — New customer record creation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91840" y="42245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Loan EMI Debit — Scheduled payment processing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26480" y="42245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 Banking — App-initiated operations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— ONLINE ANALYTICAL PROCESSING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(Online Analytical Processing): Database system optimized for complex queries, aggregations, and historical analysis — designed for business intelligence and decision support.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298448"/>
            <a:ext cx="896112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298448"/>
            <a:ext cx="896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938528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450592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AVG, COUNT across millions of rows for reporting.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118872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53512" y="1298448"/>
            <a:ext cx="896112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53512" y="1298448"/>
            <a:ext cx="896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14600" y="1938528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2450592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span months/years of data for trend identification.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118872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02352" y="1298448"/>
            <a:ext cx="896112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1298448"/>
            <a:ext cx="896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3440" y="1938528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Cubes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450592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&amp; dice by region, time, product simultaneously.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20840" y="118872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51192" y="1298448"/>
            <a:ext cx="896112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51192" y="1298448"/>
            <a:ext cx="896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12280" y="1938528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12280" y="2450592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dashboards, KPIs, and executive reports.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200400"/>
            <a:ext cx="8595360" cy="1691640"/>
          </a:xfrm>
          <a:prstGeom prst="roundRect">
            <a:avLst>
              <a:gd name="adj" fmla="val 5405"/>
            </a:avLst>
          </a:prstGeom>
          <a:solidFill>
            <a:srgbClr val="CCFBF1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918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Banking Analytics Use Cases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721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Revenue Reports — Monthly/quarterly income analysis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91840" y="3721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Branch Performance — Region-wise deposit comparison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26480" y="3721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Fraud Detection — Pattern analysis across transactions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2245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💹 Loan Analytics — Default rate &amp; recovery trends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91840" y="42245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Customer Segmentation — Behaviour-based grouping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26480" y="42245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Trend Forecasting — Future deposit/loan predictions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vs OLAP — COMPARISON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606040" cy="384048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85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71800" y="685800"/>
            <a:ext cx="2697480" cy="384048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6858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OLTP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685800"/>
            <a:ext cx="3108960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685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OLAP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859536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1704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11704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transactions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0" y="117043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&amp; analysis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563624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59105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17520" y="159105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UPDATE, DELETE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159105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with aggregations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984248"/>
            <a:ext cx="859536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011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17520" y="20116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/ recent data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201168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(years)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404872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4323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Type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17520" y="243230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 queries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243230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long-running queries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825496"/>
            <a:ext cx="859536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8529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017520" y="28529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285292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to minutes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246120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017520" y="32735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normalized (3NF)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60720" y="327355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Denormalized (Star/Snowflake)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666744"/>
            <a:ext cx="859536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69417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017520" y="369417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end users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60720" y="369417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&amp; managers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087368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1148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Size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017520" y="41148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range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60720" y="411480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 to PB range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4507992"/>
            <a:ext cx="859536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53542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017520" y="453542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PostgreSQL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60720" y="453542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Redshift, Snowflake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846320"/>
            <a:ext cx="8595360" cy="256032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86460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FinCoreBank uses BOTH: OLTP for core banking operations  •  OLAP for analytics, reporting &amp; BI dashboards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&amp; OLAP — FINCORE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3474720" cy="4297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685800"/>
            <a:ext cx="3474720" cy="438912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3474720" cy="21031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132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OLTP Layer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3200400" cy="54864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52728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Web App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1508760"/>
            <a:ext cx="2980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banking interface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892808"/>
            <a:ext cx="3200400" cy="54864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911096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Network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2167128"/>
            <a:ext cx="2980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withdrawal &amp; deposit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551176"/>
            <a:ext cx="3200400" cy="54864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569464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Terminals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2825496"/>
            <a:ext cx="2980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operations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209544"/>
            <a:ext cx="3200400" cy="548640"/>
          </a:xfrm>
          <a:prstGeom prst="roundRect">
            <a:avLst>
              <a:gd name="adj" fmla="val 11667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227832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DB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" y="3483864"/>
            <a:ext cx="2980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transactional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867912"/>
            <a:ext cx="3200400" cy="54864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886200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Triggers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" y="4142232"/>
            <a:ext cx="2980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alerts, fraud flags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67328" y="2331720"/>
            <a:ext cx="1600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67328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Process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Transform → Load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721608" y="2578608"/>
            <a:ext cx="914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49240" y="2578608"/>
            <a:ext cx="914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40680" y="685800"/>
            <a:ext cx="3474720" cy="4297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40680" y="685800"/>
            <a:ext cx="3474720" cy="438912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40680" y="914400"/>
            <a:ext cx="3474720" cy="2103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7132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OLAP Layer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577840" y="1234440"/>
            <a:ext cx="3200400" cy="548640"/>
          </a:xfrm>
          <a:prstGeom prst="roundRect">
            <a:avLst>
              <a:gd name="adj" fmla="val 11667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87568" y="1252728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87568" y="1508760"/>
            <a:ext cx="2980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analytical repository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77840" y="1892808"/>
            <a:ext cx="3200400" cy="54864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87568" y="1911096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Star/Snowflake Schema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87568" y="2167128"/>
            <a:ext cx="2980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aggregations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77840" y="2551176"/>
            <a:ext cx="3200400" cy="54864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87568" y="2569464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87568" y="2825496"/>
            <a:ext cx="2980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/ Tableau reports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77840" y="3209544"/>
            <a:ext cx="3200400" cy="54864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87568" y="3227832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Reporting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687568" y="3483864"/>
            <a:ext cx="2980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Branch, region, product metrics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577840" y="3867912"/>
            <a:ext cx="3200400" cy="54864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87568" y="3886200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Forecasting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687568" y="4142232"/>
            <a:ext cx="2980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engine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OUTCOMES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941832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418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8869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88720" y="11247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Design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94760" y="1097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88720" y="1554480"/>
            <a:ext cx="3017520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1554480"/>
            <a:ext cx="3017520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77724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941832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9418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577840" y="8869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77840" y="11247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Types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83880" y="1097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77840" y="1554480"/>
            <a:ext cx="3017520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1554480"/>
            <a:ext cx="3017520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10312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2267712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2677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88720" y="22128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88720" y="24505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Architecture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94760" y="2423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88720" y="2880360"/>
            <a:ext cx="3017520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2880360"/>
            <a:ext cx="3017520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10312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2267712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2677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577840" y="22128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77840" y="24505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Architecture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83880" y="2423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577840" y="2880360"/>
            <a:ext cx="3017520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77840" y="2880360"/>
            <a:ext cx="3017520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42900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02920" y="3593592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5935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188720" y="35387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88720" y="37764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vs OLAP Comparison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794760" y="3749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88720" y="4206240"/>
            <a:ext cx="3017520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88720" y="4206240"/>
            <a:ext cx="3017520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342900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92040" y="3593592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5935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5577840" y="35387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577840" y="37764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FinCore Schema Data Mapping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183880" y="3749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577840" y="4206240"/>
            <a:ext cx="3017520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77840" y="4206240"/>
            <a:ext cx="3017520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" y="4754880"/>
            <a:ext cx="8412480" cy="320040"/>
          </a:xfrm>
          <a:prstGeom prst="roundRect">
            <a:avLst>
              <a:gd name="adj" fmla="val 22857"/>
            </a:avLst>
          </a:prstGeom>
          <a:solidFill>
            <a:srgbClr val="CCFBF1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6 Sprint 2 objectives completed successfully  •  100% Sprint Velocity Achieved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SPRINT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321040" cy="4041648"/>
          </a:xfrm>
          <a:prstGeom prst="roundRect">
            <a:avLst>
              <a:gd name="adj" fmla="val 2715"/>
            </a:avLst>
          </a:prstGeom>
          <a:solidFill>
            <a:srgbClr val="1E3A5F"/>
          </a:solidFill>
          <a:ln w="12700">
            <a:solidFill>
              <a:srgbClr val="2D50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Achievements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fully designed for FinCoreBank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7393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entities, attributes &amp; relationships mapped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249424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Types assigned to all schema columns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72491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architecture documented for core banking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20040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architecture defined for analytics layer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67588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vs OLAP comparison &amp; selection justified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868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13075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57800" y="15087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64608" y="1865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7800" y="18745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57800" y="20756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24323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57800" y="24414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57800" y="264261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64608" y="2999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800" y="300837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57800" y="320954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64608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357530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57800" y="377647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846320"/>
            <a:ext cx="80467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C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 Welcome  •  FinCoreBank Pvt. Ltd.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1221</Words>
  <Application>Microsoft Office PowerPoint</Application>
  <PresentationFormat>On-screen Show (16:9)</PresentationFormat>
  <Paragraphs>377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FinCore Banking API - Sprint 2</dc:title>
  <dc:subject>PptxGenJS Presentation</dc:subject>
  <dc:creator>PptxGenJS</dc:creator>
  <cp:lastModifiedBy>Chaitali Badhe</cp:lastModifiedBy>
  <cp:revision>3</cp:revision>
  <dcterms:created xsi:type="dcterms:W3CDTF">2026-06-12T08:21:09Z</dcterms:created>
  <dcterms:modified xsi:type="dcterms:W3CDTF">2026-06-15T06:53:56Z</dcterms:modified>
</cp:coreProperties>
</file>