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1281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801368" cy="320040"/>
          </a:xfrm>
          <a:prstGeom prst="roundRect">
            <a:avLst>
              <a:gd name="adj" fmla="val 17143"/>
            </a:avLst>
          </a:prstGeom>
          <a:solidFill>
            <a:srgbClr val="1A237E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DATATYPES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395728" y="365760"/>
            <a:ext cx="2130552" cy="320040"/>
          </a:xfrm>
          <a:prstGeom prst="roundRect">
            <a:avLst>
              <a:gd name="adj" fmla="val 17143"/>
            </a:avLst>
          </a:prstGeom>
          <a:solidFill>
            <a:srgbClr val="1A237E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95728" y="36576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365760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A237E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36576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365760"/>
            <a:ext cx="2459736" cy="320040"/>
          </a:xfrm>
          <a:prstGeom prst="roundRect">
            <a:avLst>
              <a:gd name="adj" fmla="val 17143"/>
            </a:avLst>
          </a:prstGeom>
          <a:solidFill>
            <a:srgbClr val="1A237E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365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36576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FinCoreDW</a:t>
            </a:r>
            <a:endParaRPr lang="en-US" sz="40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3: MySQL Datatypes and</a:t>
            </a:r>
            <a:endParaRPr lang="en-US" sz="40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Various Constraints Used in MySQL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: Chaitali Badhe |    Date: 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FinCoreBank Pvt. Ltd.  —  Banking Data Warehouse Initiative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4526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/ SCRUM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MySQL Datatypes &amp; Constraints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1732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core MySQL data types and constraint mechanisms needed to build an effective, reliable database schema — the foundation for FinCoreDW's fact and dimension tables.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2834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98094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347472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Types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0352" y="390448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DECIMAL, FLOAT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30552" y="26060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60904" y="2834640"/>
            <a:ext cx="512064" cy="512064"/>
          </a:xfrm>
          <a:prstGeom prst="ellipse">
            <a:avLst/>
          </a:prstGeom>
          <a:solidFill>
            <a:srgbClr val="1E88E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632" y="298094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03704" y="347472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Types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203704" y="390448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CHAR, VARCHAR, TEXT, ENUM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803904" y="26060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34256" y="2834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298094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77056" y="347472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 Types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3877056" y="390448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DATETIME, TIMESTAMP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477256" y="26060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007608" y="2834640"/>
            <a:ext cx="512064" cy="512064"/>
          </a:xfrm>
          <a:prstGeom prst="ellipse">
            <a:avLst/>
          </a:prstGeom>
          <a:solidFill>
            <a:srgbClr val="1E88E5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36" y="2980944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50408" y="347472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550408" y="390448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FOREIGN KEY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150608" y="26060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680960" y="2834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2980944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23760" y="347472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Constraints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7223760" y="390448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UNIQUE, CHECK, DEFAULT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MYSQL DATA TYPES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type controls storage size, precision, and data integrity.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59436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34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0116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/ BIGINT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numbers, IDs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2788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DECIMAL(p,s)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exact, for money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/ DOUBLE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values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46120" y="123444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234440"/>
            <a:ext cx="2651760" cy="594360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3716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234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29000" y="20116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CHAR(n)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 codes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429000" y="2788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VARCHAR(n)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variable-length text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429000" y="35661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ENUM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text, fixed sets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35040" y="123444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1234440"/>
            <a:ext cx="2651760" cy="59436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37160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9400" y="1234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217920" y="20116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date only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217920" y="2788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+ time, no zone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217920" y="35661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auto-tracked, tz-aware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CONSTRAINTS IN MYSQL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 by MySQL to guarantee data accuracy and referential integrity.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7612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956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9844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80160" y="16916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each row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188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467612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5956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29844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069080" y="16916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another table's key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188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467612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5956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29844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858000" y="16916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cannot be empty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2404872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2683764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281178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2514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280160" y="290779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values allowed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46120" y="2404872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2683764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7016" y="281178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2514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069080" y="290779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must satisfy a condition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35040" y="2404872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2683764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281178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2514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858000" y="290779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Auto-fills value if none given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FINCOREDW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DIM_ACCOUNT Table Definition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514600"/>
          </a:xfrm>
          <a:prstGeom prst="roundRect">
            <a:avLst>
              <a:gd name="adj" fmla="val 2909"/>
            </a:avLst>
          </a:prstGeom>
          <a:solidFill>
            <a:srgbClr val="0D154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77724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Dim_Account (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account_id     INT           PRIMARY KEY AUTO_INCREMENT,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account_no     VARCHAR(20)   NOT NULL UNIQUE,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account_type   ENUM('SAVINGS','CURRENT','LOAN') NOT NULL,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open_date      DATE          NOT NULL,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balance        DECIMAL(14,2) NOT NULL DEFAULT 0.00 CHECK (balance &gt;= 0),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branch_id      INT           NOT NULL,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        VARCHAR(10)   NOT NULL DEFAULT 'ACTIVE',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(branch_id) REFERENCES Dim_Branch(branch_id)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8862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886200"/>
            <a:ext cx="731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593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+ FK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entity identity &amp; relationships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38862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3886200"/>
            <a:ext cx="73152" cy="10058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39593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/ UNIQUE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4251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completeness &amp; no duplicates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38862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3886200"/>
            <a:ext cx="73152" cy="10058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9593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DEFAULT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4251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balance integrity &amp; consistency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SPRINT 3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69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Numeric, String &amp; Date/Time Types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9344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&amp; FOREIGN KEY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48256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47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UNIQUE, CHECK, DEFAULT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201168" cy="20116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8658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Dim_Account schema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0" cy="2103120"/>
          </a:xfrm>
          <a:prstGeom prst="line">
            <a:avLst/>
          </a:prstGeom>
          <a:noFill/>
          <a:ln w="12700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FOCUS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292608" cy="29260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463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4904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Design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0" y="1920240"/>
            <a:ext cx="292608" cy="29260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19476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Implementation (DDL)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0" y="2377440"/>
            <a:ext cx="292608" cy="29260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377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2404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&amp; Indexing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Sprint Velocity  •  Ready for Sprint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Welcome  •  FinCoreBank Pvt. Ltd.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459</Words>
  <Application>Microsoft Office PowerPoint</Application>
  <PresentationFormat>On-screen Show (16:9)</PresentationFormat>
  <Paragraphs>99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FinCoreDW Sprint 3: MySQL Datatypes and Constraints</dc:title>
  <dc:subject>PptxGenJS Presentation</dc:subject>
  <dc:creator>Chaitali</dc:creator>
  <cp:lastModifiedBy>Chaitali Badhe</cp:lastModifiedBy>
  <cp:revision>2</cp:revision>
  <dcterms:created xsi:type="dcterms:W3CDTF">2026-07-05T11:21:33Z</dcterms:created>
  <dcterms:modified xsi:type="dcterms:W3CDTF">2026-07-05T11:29:22Z</dcterms:modified>
</cp:coreProperties>
</file>